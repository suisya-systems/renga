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renga vs tmux — 導入すべき理由・インストール・最低限の操作</dc:title>
  <dc:subject>Rust 製 AI ネイティブ・ターミナルマルチプレクサ renga を tmux と比較する</dc:subject>
  <dc:creator>renga</dc:creator>
  <cp:lastModifiedBy>renga</cp:lastModifiedBy>
  <cp:revision>1</cp:revision>
  <dcterms:created xsi:type="dcterms:W3CDTF">2026-05-29T02:52:09Z</dcterms:created>
  <dcterms:modified xsi:type="dcterms:W3CDTF">2026-05-29T02:52:09Z</dcterms:modified>
</cp:coreProperties>
</file>